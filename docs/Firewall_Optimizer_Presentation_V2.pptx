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  <a:latin typeface="Courier New"/>
              </a:defRPr>
            </a:pPr>
            <a:r>
              <a:t>FIREWALL RULE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DCFF"/>
                </a:solidFill>
              </a:defRPr>
            </a:pPr>
            <a:r>
              <a:t>Enhancing Network Security through Intelligent Rule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B4C8"/>
                </a:solidFill>
              </a:defRPr>
            </a:pPr>
            <a:r>
              <a:t>Student: James Gichia (P01/0010/2022)</a:t>
            </a:r>
            <a:br/>
            <a:r>
              <a:t>Supervisor: Dr. Elijah Maseno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Firewalls are the critical first line of defense for modern networks.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Over time, manual management of iptables and nftables configurations leads to bloated, inefficient rulesets.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Rule redundancy and shadowing degrade system performance and obscure actual security postures.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This project presents FireOpt: an intelligent web-based system that parses, analyzes, and automatically optimizes Linux firewall rulesets.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Network administrators managing Linux firewalls (iptables/nftables) face massive cognitive load when tracking thousands of rules.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Rule Shadowing: An earlier, broader rule dictates the action for traffic, rendering subsequent specific rules completely unreachable.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Rule Redundancy: Duplicate rules consume kernel memory and processing cycles with zero added security benefit.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Conflict Detection: Conflicting statements (e.g., an ACCEPT followed by a DROP for the same subnet) create dangerous security loopholes or false alarms.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Pioneering Work: Al-Shaer and Hamed (2004) categorized firewall policy anomalies into shadowing, correlation, redundancy, and generalization.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Commercial Tools: Enterprise suites like FireMon and AlgoSec offer robust analysis but are prohibitively expensive and largely proprietary.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Open Source Shortcomings: Existing FOSS tools like Firewall Builder are outdated and lack native, deep support for the modern nftables specification.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The Gap: There is a critical need for a lightweight, modern, open-source rule optimization engine tailored specifically for Linux kernel netfilter deployments.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Iterative SDLC: Development was conducted using an iterative approach allowing rapid prototyping and continuous testing.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Dialect Normalization: Both iptables-save and nftables syntaxes are parsed into a single, generic FirewallRule object model for uniform processing.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Anomaly Detection Algorithm: A purely computational engine evaluates subnet overlaps using CIDR arithmetic to detect full inclusion (shadowing) and exact matches (redundancy).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Optimizer Subsystem: A deterministic filter that safely removes anomaly-flagged rules while strictly preserving the necessary kernel evaluation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System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Functional: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Auto-detection of iptables vs nftables configuration inputs.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Real-time JSON API for evaluating rule sets via Python regex lexers.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Mathematical guarantee of rule semantic preservation post-optimization.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Non-Functional: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System must execute analysis in &lt; 2.0 seconds for rulesets of 10,000+ lines.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Persistent SQLite session tracking without storing sensitive network topologies.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React-based SPA interface meeting modern UX guidelines.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System Architecture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ystem_architectur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474720" cy="4767316"/>
          </a:xfrm>
          <a:prstGeom prst="rect">
            <a:avLst/>
          </a:prstGeom>
        </p:spPr>
      </p:pic>
      <p:pic>
        <p:nvPicPr>
          <p:cNvPr id="5" name="Picture 4" descr="dfd0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4572000" cy="379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Implementation &amp;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nding_page_ready_1773328820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35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Limitations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Limitations: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Current lexical parser struggles with heavily obfuscated xtables addons.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Optimization focuses on deterministic rule removal rather than aggressive rule consolidation (which requires complex IP range merging).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Conclusions: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FireOpt successfully translates complex firewall topologies into clear metrics.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By programmatically enforcing rule minimization, the system mathematically guarantees equivalent security with reduced processing overhead.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  - Eliminates human error during routine network hardening procedures.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  <a:latin typeface="Courier New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0096C8"/>
          </a:solidFill>
          <a:ln>
            <a:solidFill>
              <a:srgbClr val="0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Al-Shaer, E. S., &amp; Hamed, H. H. (2004). Discovery of policy anomalies in distributed firewalls.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IEEE INFOCOM 2004. IEEE.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Cheswick, W. R., Bellovin, S. M., &amp; Rubin, A. D. (2003). Firewalls and Internet Security: Repelling the Wily Hacker. Addison-Wesley.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Django Software Foundation. Django Documentation. https://docs.djangoproject.com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</a:t>
            </a:r>
          </a:p>
          <a:p>
            <a:pPr>
              <a:spcAft>
                <a:spcPts val="1400"/>
              </a:spcAft>
              <a:defRPr sz="2200">
                <a:solidFill>
                  <a:srgbClr val="E6F0FF"/>
                </a:solidFill>
                <a:latin typeface="Calibri"/>
              </a:defRPr>
            </a:pPr>
            <a:r>
              <a:t>► Facebook Open Source. React Documentation. https://react.dev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